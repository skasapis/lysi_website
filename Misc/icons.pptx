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D47C"/>
    <a:srgbClr val="4BD47C"/>
    <a:srgbClr val="4AD37C"/>
    <a:srgbClr val="00FF00"/>
    <a:srgbClr val="9BFFC6"/>
    <a:srgbClr val="92FFB5"/>
    <a:srgbClr val="9BFFC4"/>
    <a:srgbClr val="92FFB4"/>
    <a:srgbClr val="49D47A"/>
    <a:srgbClr val="3BB5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3"/>
  </p:normalViewPr>
  <p:slideViewPr>
    <p:cSldViewPr snapToGrid="0">
      <p:cViewPr>
        <p:scale>
          <a:sx n="110" d="100"/>
          <a:sy n="110" d="100"/>
        </p:scale>
        <p:origin x="-752" y="-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F8D16-B26A-4553-8C9E-80F738E15532}" type="datetimeFigureOut">
              <a:rPr lang="en-US" smtClean="0"/>
              <a:t>7/7/19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4C85E-220D-429B-A6BE-D79B1C6C3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6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F8D16-B26A-4553-8C9E-80F738E15532}" type="datetimeFigureOut">
              <a:rPr lang="en-US" smtClean="0"/>
              <a:t>7/7/19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4C85E-220D-429B-A6BE-D79B1C6C3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4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F8D16-B26A-4553-8C9E-80F738E15532}" type="datetimeFigureOut">
              <a:rPr lang="en-US" smtClean="0"/>
              <a:t>7/7/19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4C85E-220D-429B-A6BE-D79B1C6C3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355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F8D16-B26A-4553-8C9E-80F738E15532}" type="datetimeFigureOut">
              <a:rPr lang="en-US" smtClean="0"/>
              <a:t>7/7/19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4C85E-220D-429B-A6BE-D79B1C6C3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52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F8D16-B26A-4553-8C9E-80F738E15532}" type="datetimeFigureOut">
              <a:rPr lang="en-US" smtClean="0"/>
              <a:t>7/7/19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4C85E-220D-429B-A6BE-D79B1C6C3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37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F8D16-B26A-4553-8C9E-80F738E15532}" type="datetimeFigureOut">
              <a:rPr lang="en-US" smtClean="0"/>
              <a:t>7/7/19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4C85E-220D-429B-A6BE-D79B1C6C3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392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F8D16-B26A-4553-8C9E-80F738E15532}" type="datetimeFigureOut">
              <a:rPr lang="en-US" smtClean="0"/>
              <a:t>7/7/19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4C85E-220D-429B-A6BE-D79B1C6C3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F8D16-B26A-4553-8C9E-80F738E15532}" type="datetimeFigureOut">
              <a:rPr lang="en-US" smtClean="0"/>
              <a:t>7/7/19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4C85E-220D-429B-A6BE-D79B1C6C3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17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F8D16-B26A-4553-8C9E-80F738E15532}" type="datetimeFigureOut">
              <a:rPr lang="en-US" smtClean="0"/>
              <a:t>7/7/19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4C85E-220D-429B-A6BE-D79B1C6C3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03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F8D16-B26A-4553-8C9E-80F738E15532}" type="datetimeFigureOut">
              <a:rPr lang="en-US" smtClean="0"/>
              <a:t>7/7/19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4C85E-220D-429B-A6BE-D79B1C6C3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97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F8D16-B26A-4553-8C9E-80F738E15532}" type="datetimeFigureOut">
              <a:rPr lang="en-US" smtClean="0"/>
              <a:t>7/7/19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4C85E-220D-429B-A6BE-D79B1C6C3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37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F8D16-B26A-4553-8C9E-80F738E15532}" type="datetimeFigureOut">
              <a:rPr lang="en-US" smtClean="0"/>
              <a:t>7/7/19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4C85E-220D-429B-A6BE-D79B1C6C3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20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D3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423407" y="3200970"/>
            <a:ext cx="512064" cy="512064"/>
          </a:xfrm>
          <a:prstGeom prst="ellipse">
            <a:avLst/>
          </a:prstGeom>
          <a:noFill/>
          <a:ln w="28575">
            <a:solidFill>
              <a:srgbClr val="D5D0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421863" y="4275557"/>
            <a:ext cx="512064" cy="512064"/>
          </a:xfrm>
          <a:prstGeom prst="ellipse">
            <a:avLst/>
          </a:prstGeom>
          <a:noFill/>
          <a:ln w="28575">
            <a:solidFill>
              <a:srgbClr val="DD58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21862" y="2126383"/>
            <a:ext cx="512064" cy="512064"/>
          </a:xfrm>
          <a:prstGeom prst="ellipse">
            <a:avLst/>
          </a:prstGeom>
          <a:noFill/>
          <a:ln w="28575">
            <a:solidFill>
              <a:srgbClr val="556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24" y="2216144"/>
            <a:ext cx="332539" cy="3325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879"/>
          <a:stretch/>
        </p:blipFill>
        <p:spPr>
          <a:xfrm>
            <a:off x="556179" y="3303167"/>
            <a:ext cx="243431" cy="3076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94" y="3449380"/>
            <a:ext cx="161457" cy="161457"/>
          </a:xfrm>
          <a:prstGeom prst="round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58" y="4286831"/>
            <a:ext cx="500790" cy="50079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09" y="5436173"/>
            <a:ext cx="364099" cy="364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9080" y="2087123"/>
            <a:ext cx="4706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Snap picture of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9080" y="3164614"/>
            <a:ext cx="3753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Upload on Lysi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9080" y="4243472"/>
            <a:ext cx="4402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Set time due and 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9080" y="5322330"/>
            <a:ext cx="4393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Get help and 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9061" y="870585"/>
            <a:ext cx="1696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Student</a:t>
            </a:r>
          </a:p>
        </p:txBody>
      </p:sp>
      <p:sp>
        <p:nvSpPr>
          <p:cNvPr id="18" name="Oval 17"/>
          <p:cNvSpPr/>
          <p:nvPr/>
        </p:nvSpPr>
        <p:spPr>
          <a:xfrm>
            <a:off x="413626" y="5367974"/>
            <a:ext cx="512064" cy="512064"/>
          </a:xfrm>
          <a:prstGeom prst="ellipse">
            <a:avLst/>
          </a:prstGeom>
          <a:noFill/>
          <a:ln w="28575">
            <a:solidFill>
              <a:srgbClr val="FFC4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5910943" y="0"/>
            <a:ext cx="6281057" cy="6858000"/>
          </a:xfrm>
          <a:prstGeom prst="rect">
            <a:avLst/>
          </a:prstGeom>
          <a:solidFill>
            <a:schemeClr val="bg1"/>
          </a:solidFill>
          <a:ln>
            <a:solidFill>
              <a:srgbClr val="FC47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364167" y="870584"/>
            <a:ext cx="13746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4BD37B"/>
                </a:solidFill>
              </a:rPr>
              <a:t>Solver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7854" y="2070946"/>
            <a:ext cx="31075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4BD37B"/>
                </a:solidFill>
              </a:rPr>
              <a:t>Get notification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038" y="3157209"/>
            <a:ext cx="4568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4BD37B"/>
                </a:solidFill>
              </a:rPr>
              <a:t>View problem and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7854" y="4214060"/>
            <a:ext cx="4013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4BD37B"/>
                </a:solidFill>
              </a:rPr>
              <a:t>Accept job and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7854" y="5300323"/>
            <a:ext cx="42501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4BD37B"/>
                </a:solidFill>
              </a:rPr>
              <a:t>Submit and get payed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318" y="2197856"/>
            <a:ext cx="362545" cy="363253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6503103" y="3198037"/>
            <a:ext cx="512064" cy="512064"/>
          </a:xfrm>
          <a:prstGeom prst="ellipse">
            <a:avLst/>
          </a:prstGeom>
          <a:noFill/>
          <a:ln w="28575">
            <a:solidFill>
              <a:srgbClr val="70B7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6501559" y="4272624"/>
            <a:ext cx="512064" cy="512064"/>
          </a:xfrm>
          <a:prstGeom prst="ellipse">
            <a:avLst/>
          </a:prstGeom>
          <a:noFill/>
          <a:ln w="28575">
            <a:solidFill>
              <a:srgbClr val="344D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6493322" y="2123450"/>
            <a:ext cx="512064" cy="512064"/>
          </a:xfrm>
          <a:prstGeom prst="ellipse">
            <a:avLst/>
          </a:prstGeom>
          <a:noFill/>
          <a:ln w="28575">
            <a:solidFill>
              <a:srgbClr val="FC47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/>
          <p:cNvSpPr/>
          <p:nvPr/>
        </p:nvSpPr>
        <p:spPr>
          <a:xfrm>
            <a:off x="6493322" y="5365041"/>
            <a:ext cx="512064" cy="512064"/>
          </a:xfrm>
          <a:prstGeom prst="ellipse">
            <a:avLst/>
          </a:prstGeom>
          <a:noFill/>
          <a:ln w="28575">
            <a:solidFill>
              <a:srgbClr val="249C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318" y="3278645"/>
            <a:ext cx="333018" cy="33301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302" y="4284388"/>
            <a:ext cx="474576" cy="474576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318" y="5494818"/>
            <a:ext cx="338733" cy="33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975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36E59-9C9B-DF42-924C-299851C51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D36AC-5190-1642-85BF-6443520B0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Change price, make tutors decide on price</a:t>
            </a:r>
          </a:p>
          <a:p>
            <a:r>
              <a:rPr lang="en-US" dirty="0"/>
              <a:t>More specific on coming soon</a:t>
            </a:r>
          </a:p>
          <a:p>
            <a:r>
              <a:rPr lang="en-US" dirty="0"/>
              <a:t>Stock photography, pictures of people being happy, using the app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Teaser Paragraph about what it is (right after video -Say it is for students by students)</a:t>
            </a:r>
          </a:p>
          <a:p>
            <a:r>
              <a:rPr lang="en-US" dirty="0"/>
              <a:t>Who what when where and </a:t>
            </a:r>
            <a:r>
              <a:rPr lang="en-US" b="1" dirty="0"/>
              <a:t>why (use this app)</a:t>
            </a:r>
            <a:r>
              <a:rPr lang="en-US" dirty="0"/>
              <a:t> </a:t>
            </a:r>
          </a:p>
          <a:p>
            <a:r>
              <a:rPr lang="en-US" dirty="0"/>
              <a:t>Exclusive to </a:t>
            </a:r>
            <a:r>
              <a:rPr lang="en-US" dirty="0" err="1"/>
              <a:t>Umich</a:t>
            </a:r>
            <a:endParaRPr lang="en-US" dirty="0"/>
          </a:p>
          <a:p>
            <a:r>
              <a:rPr lang="en-US" dirty="0"/>
              <a:t>Difference between (Dr google is only good for so much)</a:t>
            </a:r>
          </a:p>
          <a:p>
            <a:r>
              <a:rPr lang="en-US" dirty="0"/>
              <a:t>Need before help (appeal to students FIRST—</a:t>
            </a:r>
            <a:r>
              <a:rPr lang="en-US" dirty="0" err="1"/>
              <a:t>insentivise</a:t>
            </a:r>
            <a:r>
              <a:rPr lang="en-US" dirty="0"/>
              <a:t> ppl to use it first)</a:t>
            </a:r>
          </a:p>
          <a:p>
            <a:r>
              <a:rPr lang="en-US" dirty="0"/>
              <a:t>Subjects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878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hand holding a cellphone&#10;&#10;Description automatically generated">
            <a:extLst>
              <a:ext uri="{FF2B5EF4-FFF2-40B4-BE49-F238E27FC236}">
                <a16:creationId xmlns:a16="http://schemas.microsoft.com/office/drawing/2014/main" id="{B58ADDCF-FAE6-F646-ADB7-30654185B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539" y="229791"/>
            <a:ext cx="6398418" cy="63984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2DB146F-B1F3-BF44-93AA-6C2B9FB4A23F}"/>
              </a:ext>
            </a:extLst>
          </p:cNvPr>
          <p:cNvSpPr>
            <a:spLocks noChangeAspect="1"/>
          </p:cNvSpPr>
          <p:nvPr/>
        </p:nvSpPr>
        <p:spPr>
          <a:xfrm>
            <a:off x="5433934" y="2038661"/>
            <a:ext cx="1723869" cy="2855627"/>
          </a:xfrm>
          <a:prstGeom prst="rect">
            <a:avLst/>
          </a:prstGeom>
          <a:solidFill>
            <a:srgbClr val="49D47C"/>
          </a:soli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3A9DC9C1-2020-7C4A-8CEB-52782962B8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477" y="3142462"/>
            <a:ext cx="1373959" cy="57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266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122</Words>
  <Application>Microsoft Macintosh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Changes</vt:lpstr>
      <vt:lpstr>PowerPoint Presentation</vt:lpstr>
    </vt:vector>
  </TitlesOfParts>
  <Company>University of Michigan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Kasapis, Spiridon</dc:creator>
  <cp:lastModifiedBy>Microsoft Office User</cp:lastModifiedBy>
  <cp:revision>27</cp:revision>
  <cp:lastPrinted>2019-07-06T22:24:13Z</cp:lastPrinted>
  <dcterms:created xsi:type="dcterms:W3CDTF">2019-07-04T21:13:57Z</dcterms:created>
  <dcterms:modified xsi:type="dcterms:W3CDTF">2019-07-07T21:42:00Z</dcterms:modified>
</cp:coreProperties>
</file>